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828800" cy="38100"/>
          </a:xfrm>
          <a:prstGeom prst="rect">
            <a:avLst/>
          </a:prstGeom>
          <a:solidFill>
            <a:srgbClr val="6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AFAFA"/>
                </a:solidFill>
                <a:latin typeface="Segoe UI"/>
              </a:defRPr>
            </a:pPr>
            <a:r>
              <a:t>MrMemory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B7AFF"/>
                </a:solidFill>
                <a:latin typeface="Segoe UI"/>
              </a:defRPr>
            </a:pPr>
            <a:r>
              <a:t>Intelligent + Real-Time Memory Layer for Production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  <a:latin typeface="Segoe UI"/>
              </a:defRPr>
            </a:pPr>
            <a:r>
              <a:t>One-line install. Agents remember forever — with auto-extraction, compression, self-edits, LangGraph-native persistence, and live multi-agent sync.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1247" y="4297680"/>
            <a:ext cx="5029200" cy="100584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8B7AFF"/>
                </a:solidFill>
                <a:latin typeface="Cascadia Code"/>
              </a:defRPr>
            </a:pPr>
            <a:r>
              <a:t>from mrmemory import AMR</a:t>
            </a:r>
            <a:br/>
            <a:r>
              <a:t>amr = AMR("amr_sk_...")</a:t>
            </a:r>
            <a:br/>
            <a:r>
              <a:t>amr.auto_remember(messages, sync=True)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669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1717A"/>
                </a:solidFill>
                <a:latin typeface="Segoe UI"/>
              </a:defRPr>
            </a:pPr>
            <a:r>
              <a:t>Darren W  •  Solo Founder  •  Shipped v0.4.1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035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1717A"/>
                </a:solidFill>
                <a:latin typeface="Segoe UI"/>
              </a:defRPr>
            </a:pPr>
            <a:r>
              <a:t>Acqui-Hire Discussion —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38100"/>
          </a:xfrm>
          <a:prstGeom prst="rect">
            <a:avLst/>
          </a:prstGeom>
          <a:solidFill>
            <a:srgbClr val="6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The Agent Memory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7AFF"/>
                </a:solidFill>
                <a:latin typeface="Segoe UI"/>
              </a:defRPr>
            </a:pPr>
            <a:r>
              <a:t>In 2026, agents still forget across sessions or require heavy manual orchestration.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200400" cy="182880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💸 Stuff the Prompt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Shove everything in context.</a:t>
            </a:r>
            <a:br/>
            <a:r>
              <a:t>Token costs explode.</a:t>
            </a:r>
            <a:br/>
            <a:r>
              <a:t>Context windows overflow.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560320"/>
            <a:ext cx="3200400" cy="182880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🔧 Build Your Own Pipeline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Roll a vector DB pipeline.</a:t>
            </a:r>
            <a:br/>
            <a:r>
              <a:t>Weeks of work.</a:t>
            </a:r>
            <a:br/>
            <a:r>
              <a:t>Not your core product.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560320"/>
            <a:ext cx="3200400" cy="182880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🤷 Skip Memory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Skip memory entirely.</a:t>
            </a:r>
            <a:br/>
            <a:r>
              <a:t>Agents start from zero.</a:t>
            </a:r>
            <a:br/>
            <a:r>
              <a:t>Users suffer.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1A1AA"/>
                </a:solidFill>
                <a:latin typeface="Segoe UI"/>
              </a:defRPr>
            </a:pPr>
            <a:r>
              <a:t>• LangGraph checkpointers = state snapshots only</a:t>
            </a:r>
            <a:br/>
            <a:r>
              <a:t>• Raw vector DBs = embeddings, no intelligence</a:t>
            </a:r>
            <a:br/>
            <a:r>
              <a:t>• No solution combines managed + intelligent +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38100"/>
          </a:xfrm>
          <a:prstGeom prst="rect">
            <a:avLst/>
          </a:prstGeom>
          <a:solidFill>
            <a:srgbClr val="6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MrMemory — The Complete Memory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137160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🧠 Core API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remember() — store with auto-embedding</a:t>
            </a:r>
            <a:br/>
            <a:r>
              <a:t>recall() — semantic vector search</a:t>
            </a:r>
            <a:br/>
            <a:r>
              <a:t>share() — multi-agent permissioned sharing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828800"/>
            <a:ext cx="3383280" cy="137160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✨ Intelligent Features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auto_remember(messages) — LLM extraction,</a:t>
            </a:r>
            <a:br/>
            <a:r>
              <a:t>dedup, entity tagging, auto-TTL</a:t>
            </a:r>
            <a:br/>
            <a:r>
              <a:t>compress() — group + summarize +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383280" cy="137160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✏️ Self-Edit Tools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update() — patch content, re-embed</a:t>
            </a:r>
            <a:br/>
            <a:r>
              <a:t>delete_outdated() — bulk prune by age/tags</a:t>
            </a:r>
            <a:br/>
            <a:r>
              <a:t>merge() — combine N memories into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120640" cy="137160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⚡ Real-Time Multi-Agent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WebSocket events for live memory sharing between agents.</a:t>
            </a:r>
            <a:br/>
            <a:r>
              <a:t>Agent A stores → Agent B gets it instantly.</a:t>
            </a:r>
            <a:br/>
            <a:r>
              <a:t>Memory.created, memory.updated, memory.deleted events.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474720"/>
            <a:ext cx="5303520" cy="137160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🔗 LangGraph Native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MrMemoryCheckpointer — drop-in LangGraph persistence</a:t>
            </a:r>
            <a:br/>
            <a:r>
              <a:t>MrMemoryStore — cross-session memory for agents</a:t>
            </a:r>
            <a:br/>
            <a:r>
              <a:t>pip install mrmemory[langchain] — one line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Segoe UI"/>
              </a:defRPr>
            </a:pPr>
            <a:r>
              <a:t>All features ship today in mrmemory 0.4.1 (PyPI) and memorymr 0.4.1 (npm)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38100"/>
          </a:xfrm>
          <a:prstGeom prst="rect">
            <a:avLst/>
          </a:prstGeom>
          <a:solidFill>
            <a:srgbClr val="6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Core Technology &amp; Moat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6400800" cy="256032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>
                <a:solidFill>
                  <a:srgbClr val="8B7AFF"/>
                </a:solidFill>
                <a:latin typeface="Cascadia Code"/>
              </a:defRPr>
            </a:pPr>
            <a:r>
              <a:t>┌─────────────┐     ┌──────────────┐     ┌─────────────┐</a:t>
            </a:r>
            <a:br/>
            <a:r>
              <a:t>│  Your Agent  │────▶│  MrMemory    │────▶│   Qdrant    │</a:t>
            </a:r>
            <a:br/>
            <a:r>
              <a:t>│  (SDK/REST)  │     │  API (Rust)  │     │  (Vectors)  │</a:t>
            </a:r>
            <a:br/>
            <a:r>
              <a:t>└─────────────┘     └──────┬───────┘     └─────────────┘</a:t>
            </a:r>
            <a:br/>
            <a:r>
              <a:t>                           │         ┌─────────────┐</a:t>
            </a:r>
            <a:br/>
            <a:r>
              <a:t>                    ┌──────▼──────┐  │  WebSocket  │</a:t>
            </a:r>
            <a:br/>
            <a:r>
              <a:t>                    │ PostgreSQL  │  │  (Real-Time) │</a:t>
            </a:r>
            <a:br/>
            <a:r>
              <a:t>                    │ (Metadata)  │  └─────────────┘</a:t>
            </a:r>
            <a:br/>
            <a:r>
              <a:t>                    └─────────────┘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828800"/>
            <a:ext cx="3840480" cy="109728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🦀 Rust/Axum Backend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30MB Docker image, sub-ms routing</a:t>
            </a:r>
            <a:br/>
            <a:r>
              <a:t>Zero GC pauses, memory safe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3108960"/>
            <a:ext cx="3840480" cy="109728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🔒 Tenant Isolation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Separate Qdrant collections per tenant</a:t>
            </a:r>
            <a:br/>
            <a:r>
              <a:t>Row-level Postgres isolation</a:t>
            </a:r>
            <a:br/>
            <a:r>
              <a:t>Hashed API keys, encrypted at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Segoe UI"/>
              </a:defRPr>
            </a:pPr>
            <a:r>
              <a:t>SDKs: Python (mrmemory) + TypeScript (memorymr) — published on PyPI + npm</a:t>
            </a:r>
          </a:p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Segoe UI"/>
              </a:defRPr>
            </a:pPr>
            <a:r>
              <a:t>Flexible LLM: BYOK (bring your own key) or managed GPT-4o-mini</a:t>
            </a:r>
          </a:p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Segoe UI"/>
              </a:defRPr>
            </a:pPr>
            <a:r>
              <a:t>Self-hostable: Docker Compose with Postgres + Qdrant + Rust API</a:t>
            </a:r>
          </a:p>
          <a:p>
            <a:pPr>
              <a:spcAft>
                <a:spcPts val="800"/>
              </a:spcAft>
              <a:defRPr sz="1400">
                <a:solidFill>
                  <a:srgbClr val="A1A1AA"/>
                </a:solidFill>
                <a:latin typeface="Segoe UI"/>
              </a:defRPr>
            </a:pPr>
            <a:r>
              <a:t>0 compile errors, 0 warnings, 38 API tests + 25 SDK tests passing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38100"/>
          </a:xfrm>
          <a:prstGeom prst="rect">
            <a:avLst/>
          </a:prstGeom>
          <a:solidFill>
            <a:srgbClr val="6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Live Demo Reel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7AFF"/>
                </a:solidFill>
                <a:latin typeface="Segoe UI"/>
              </a:defRPr>
            </a:pPr>
            <a:r>
              <a:t>Features that would take quarters to build — already shipping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383280" cy="256032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✨ Auto-Remember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Raw conversation in →</a:t>
            </a:r>
            <a:br/>
            <a:r>
              <a:t>Structured memories out</a:t>
            </a:r>
            <a:br/>
            <a:br/>
            <a:r>
              <a:t>auto_remember([</a:t>
            </a:r>
            <a:br/>
            <a:r>
              <a:t>  {"role": "user",</a:t>
            </a:r>
            <a:br/>
            <a:r>
              <a:t>   "content": "I love Rust"},</a:t>
            </a:r>
            <a:br/>
            <a:r>
              <a:t>])</a:t>
            </a:r>
            <a:br/>
            <a:br/>
            <a:r>
              <a:t>→ 2 extracted, 0 duplicates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286000"/>
            <a:ext cx="3383280" cy="256032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🗜️ Compress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Before: 50 memories</a:t>
            </a:r>
            <a:br/>
            <a:r>
              <a:t>After: 28 memories</a:t>
            </a:r>
            <a:br/>
            <a:br/>
            <a:r>
              <a:t>44% reduction</a:t>
            </a:r>
            <a:br/>
            <a:r>
              <a:t>All meaning preserved</a:t>
            </a:r>
            <a:br/>
            <a:br/>
            <a:r>
              <a:t>Tokens saved per recall:</a:t>
            </a:r>
            <a:br/>
            <a:r>
              <a:t>~2,200 → ~1,200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286000"/>
            <a:ext cx="3383280" cy="256032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⚡ Real-Time Sync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Agent A: update(mem_id,</a:t>
            </a:r>
            <a:br/>
            <a:r>
              <a:t>  content='new info')</a:t>
            </a:r>
            <a:br/>
            <a:br/>
            <a:r>
              <a:t>Agent B receives:</a:t>
            </a:r>
            <a:br/>
            <a:r>
              <a:t>  event: memory.updated</a:t>
            </a:r>
            <a:br/>
            <a:r>
              <a:t>  memory_id: mem_abc</a:t>
            </a:r>
            <a:br/>
            <a:r>
              <a:t>  content: 'new info'</a:t>
            </a:r>
            <a:br/>
            <a:br/>
            <a:r>
              <a:t>Latency: &lt;50ms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09728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>
                <a:solidFill>
                  <a:srgbClr val="8B7AFF"/>
                </a:solidFill>
                <a:latin typeface="Cascadia Code"/>
              </a:defRPr>
            </a:pPr>
            <a:r>
              <a:t># LangGraph integration in &lt;10 lines</a:t>
            </a:r>
            <a:br/>
            <a:r>
              <a:t>from mrmemory.langchain import MrMemoryCheckpointer, MrMemoryStore</a:t>
            </a:r>
            <a:br/>
            <a:r>
              <a:t>checkpointer = MrMemoryCheckpointer(api_key="amr_sk_...")</a:t>
            </a:r>
            <a:br/>
            <a:r>
              <a:t>store = MrMemoryStore(api_key="amr_sk_...")</a:t>
            </a:r>
            <a:br/>
            <a:r>
              <a:t>graph = StateGraph(AgentState).compile(checkpointer=checkpointer, store=store)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38100"/>
          </a:xfrm>
          <a:prstGeom prst="rect">
            <a:avLst/>
          </a:prstGeom>
          <a:solidFill>
            <a:srgbClr val="6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7AFF"/>
                </a:solidFill>
                <a:latin typeface="Segoe UI"/>
              </a:defRPr>
            </a:pPr>
            <a:r>
              <a:t>Not just a vector store. Not just an open-source 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AFF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2860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AFF"/>
                </a:solidFill>
                <a:latin typeface="Segoe UI"/>
              </a:defRPr>
            </a:pPr>
            <a:r>
              <a:t>MrMemory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2860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AFF"/>
                </a:solidFill>
                <a:latin typeface="Segoe UI"/>
              </a:defRPr>
            </a:pPr>
            <a:r>
              <a:t>Mem0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2286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AFF"/>
                </a:solidFill>
                <a:latin typeface="Segoe UI"/>
              </a:defRPr>
            </a:pPr>
            <a:r>
              <a:t>Letta (ex-MemGPT)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2860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7AFF"/>
                </a:solidFill>
                <a:latin typeface="Segoe UI"/>
              </a:defRPr>
            </a:pPr>
            <a:r>
              <a:t>Raw Qdrant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9326880" cy="34747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Managed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6974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697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❌ Self-host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974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449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LLM Auto-Extract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44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0449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044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449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92424"/>
            <a:ext cx="9326880" cy="34747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924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Compression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3924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39242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33924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3924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3989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Self-Edit (update/merge/prune)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73989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7398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79" y="37398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Partial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73989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087368"/>
            <a:ext cx="9326880" cy="34747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0873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Real-Time WebSocket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0873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408736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79" y="40873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0873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4348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LangGraph Native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434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4434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79" y="4434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4348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782312"/>
            <a:ext cx="9326880" cy="34747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7823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Multi-Agent Sharing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782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478231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79" y="47823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4782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1297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Self-Hostable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51297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51297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79" y="51297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512978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477256"/>
            <a:ext cx="9326880" cy="347472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4772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Rust Backend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0" y="54772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5477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  <a:latin typeface="Segoe UI"/>
              </a:defRPr>
            </a:pPr>
            <a:r>
              <a:t>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79" y="54772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1A1AA"/>
                </a:solidFill>
                <a:latin typeface="Segoe UI"/>
              </a:defRPr>
            </a:pPr>
            <a:r>
              <a:t>❌ (Python)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54772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" y="5847588"/>
            <a:ext cx="932688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8704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Real-Time Multi-Agent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58704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0" y="58704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79" y="58704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58704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38100"/>
          </a:xfrm>
          <a:prstGeom prst="rect">
            <a:avLst/>
          </a:prstGeom>
          <a:solidFill>
            <a:srgbClr val="6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Market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7AFF"/>
                </a:solidFill>
                <a:latin typeface="Segoe UI"/>
              </a:defRPr>
            </a:pPr>
            <a:r>
              <a:t>Memory layer is one of the hottest acquisition categories in AI infra.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383280" cy="201168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🦜 LangChain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Raised at $1.25B valuation</a:t>
            </a:r>
            <a:br/>
            <a:r>
              <a:t>LangGraph = state management</a:t>
            </a:r>
            <a:br/>
            <a:r>
              <a:t>Missing: intelligent memory layer</a:t>
            </a:r>
            <a:br/>
            <a:r>
              <a:t>LangSmith needs persistence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377440"/>
            <a:ext cx="3383280" cy="201168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🔮 Qdrant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Recent $50M Series B</a:t>
            </a:r>
            <a:br/>
            <a:r>
              <a:t>Vector search infrastructure</a:t>
            </a:r>
            <a:br/>
            <a:r>
              <a:t>Missing: agent intelligence layer</a:t>
            </a:r>
            <a:br/>
            <a:r>
              <a:t>Needs managed memory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377440"/>
            <a:ext cx="3383280" cy="201168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🌲 Pinecone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Valued at $750M+</a:t>
            </a:r>
            <a:br/>
            <a:r>
              <a:t>Serverless vector DB</a:t>
            </a:r>
            <a:br/>
            <a:r>
              <a:t>Missing: memory orchestration</a:t>
            </a:r>
            <a:br/>
            <a:r>
              <a:t>Needs agent-native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1A1AA"/>
                </a:solidFill>
                <a:latin typeface="Segoe UI"/>
              </a:defRPr>
            </a:pPr>
            <a:r>
              <a:t>Agent engineering is becoming the new platform layer — every AI company needs memory</a:t>
            </a:r>
          </a:p>
          <a:p>
            <a:pPr>
              <a:spcAft>
                <a:spcPts val="800"/>
              </a:spcAft>
              <a:defRPr sz="1500">
                <a:solidFill>
                  <a:srgbClr val="A1A1AA"/>
                </a:solidFill>
                <a:latin typeface="Segoe UI"/>
              </a:defRPr>
            </a:pPr>
            <a:r>
              <a:t>Vector search infra is exploding but raw vectors ≠ intelligent memory</a:t>
            </a:r>
          </a:p>
          <a:p>
            <a:pPr>
              <a:spcAft>
                <a:spcPts val="800"/>
              </a:spcAft>
              <a:defRPr sz="1500">
                <a:solidFill>
                  <a:srgbClr val="A1A1AA"/>
                </a:solidFill>
                <a:latin typeface="Segoe UI"/>
              </a:defRPr>
            </a:pPr>
            <a:r>
              <a:t>Mem0 validated the category with $24M total funding — but lacks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A1A1AA"/>
                </a:solidFill>
                <a:latin typeface="Segoe UI"/>
              </a:defRPr>
            </a:pPr>
            <a:r>
              <a:t>Window: 6-12 months before memory becomes a commodity feature in every framework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38100"/>
          </a:xfrm>
          <a:prstGeom prst="rect">
            <a:avLst/>
          </a:prstGeom>
          <a:solidFill>
            <a:srgbClr val="6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Founder Velocity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7AFF"/>
                </a:solidFill>
                <a:latin typeface="Segoe UI"/>
              </a:defRPr>
            </a:pPr>
            <a:r>
              <a:t>Solo founder shipping at the speed of larger teams.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A1A1AA"/>
                </a:solidFill>
                <a:latin typeface="Segoe UI"/>
              </a:defRPr>
            </a:pPr>
            <a:r>
              <a:t>Mar 12 — Project conceived, architecture designed</a:t>
            </a:r>
          </a:p>
          <a:p>
            <a:pPr>
              <a:spcAft>
                <a:spcPts val="600"/>
              </a:spcAft>
              <a:defRPr sz="1400">
                <a:solidFill>
                  <a:srgbClr val="A1A1AA"/>
                </a:solidFill>
                <a:latin typeface="Segoe UI"/>
              </a:defRPr>
            </a:pPr>
            <a:r>
              <a:t>Mar 15 — Rust API scaffold, auth, CRUD, migrations</a:t>
            </a:r>
          </a:p>
          <a:p>
            <a:pPr>
              <a:spcAft>
                <a:spcPts val="600"/>
              </a:spcAft>
              <a:defRPr sz="1400">
                <a:solidFill>
                  <a:srgbClr val="A1A1AA"/>
                </a:solidFill>
                <a:latin typeface="Segoe UI"/>
              </a:defRPr>
            </a:pPr>
            <a:r>
              <a:t>Mar 17 — Python + TypeScript SDKs built and published</a:t>
            </a:r>
          </a:p>
          <a:p>
            <a:pPr>
              <a:spcAft>
                <a:spcPts val="600"/>
              </a:spcAft>
              <a:defRPr sz="1400">
                <a:solidFill>
                  <a:srgbClr val="A1A1AA"/>
                </a:solidFill>
                <a:latin typeface="Segoe UI"/>
              </a:defRPr>
            </a:pPr>
            <a:r>
              <a:t>Mar 18 — Backend deployed to Fly.io, semantic search working</a:t>
            </a:r>
          </a:p>
          <a:p>
            <a:pPr>
              <a:spcAft>
                <a:spcPts val="600"/>
              </a:spcAft>
              <a:defRPr sz="1400">
                <a:solidFill>
                  <a:srgbClr val="A1A1AA"/>
                </a:solidFill>
                <a:latin typeface="Segoe UI"/>
              </a:defRPr>
            </a:pPr>
            <a:r>
              <a:t>Mar 20 — Stripe billing live, auto-provisioning</a:t>
            </a:r>
          </a:p>
          <a:p>
            <a:pPr>
              <a:spcAft>
                <a:spcPts val="600"/>
              </a:spcAft>
              <a:defRPr sz="1400">
                <a:solidFill>
                  <a:srgbClr val="A1A1AA"/>
                </a:solidFill>
                <a:latin typeface="Segoe UI"/>
              </a:defRPr>
            </a:pPr>
            <a:r>
              <a:t>Mar 22 — LLM auto_remember + LangChain checkpointer shipped</a:t>
            </a:r>
          </a:p>
          <a:p>
            <a:pPr>
              <a:spcAft>
                <a:spcPts val="600"/>
              </a:spcAft>
              <a:defRPr sz="1400">
                <a:solidFill>
                  <a:srgbClr val="A1A1AA"/>
                </a:solidFill>
                <a:latin typeface="Segoe UI"/>
              </a:defRPr>
            </a:pPr>
            <a:r>
              <a:t>Mar 24 — Compression engine + self-edit tools (update/merge/prune)</a:t>
            </a:r>
          </a:p>
          <a:p>
            <a:pPr>
              <a:spcAft>
                <a:spcPts val="600"/>
              </a:spcAft>
              <a:defRPr sz="1400">
                <a:solidFill>
                  <a:srgbClr val="A1A1AA"/>
                </a:solidFill>
                <a:latin typeface="Segoe UI"/>
              </a:defRPr>
            </a:pPr>
            <a:r>
              <a:t>Mar 26 — Stats endpoint, Docker Compose self-hosting, full docs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286000"/>
            <a:ext cx="3657600" cy="320040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📊 Ship Count (14 days)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• Rust API: 16+ source files</a:t>
            </a:r>
            <a:br/>
            <a:r>
              <a:t>• 12 API endpoints</a:t>
            </a:r>
            <a:br/>
            <a:r>
              <a:t>• 2 SDKs published (PyPI + npm)</a:t>
            </a:r>
            <a:br/>
            <a:r>
              <a:t>• 38 API tests passing</a:t>
            </a:r>
            <a:br/>
            <a:r>
              <a:t>• 25 SDK tests passing</a:t>
            </a:r>
            <a:br/>
            <a:r>
              <a:t>• Landing page + docs</a:t>
            </a:r>
            <a:br/>
            <a:r>
              <a:t>• Stripe billing integration</a:t>
            </a:r>
            <a:br/>
            <a:r>
              <a:t>• Docker self-hosting</a:t>
            </a:r>
            <a:br/>
            <a:r>
              <a:t>• 0 compile errors, 0 warnings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Segoe UI"/>
              </a:defRPr>
            </a:pPr>
            <a:r>
              <a:t>0 users today = deliberate pre-launch focus on quality. All infrastructure is production-grade.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38100"/>
          </a:xfrm>
          <a:prstGeom prst="rect">
            <a:avLst/>
          </a:prstGeom>
          <a:solidFill>
            <a:srgbClr val="6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Strategic Fit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411480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🔮 For Qdrant</a:t>
            </a:r>
          </a:p>
          <a:p>
            <a:pPr algn="l"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rPr b="1"/>
              <a:t>MrMemory is built directly on Qdrant with a Rust backend — zero language mismatch, zero rewrite needed.
• Native Qdrant integration: OpenAI embeddings stored and searched via Qdrant cosine similarity
• Rust-native API: Sub-millisecond overhead on top of Qdrant's already fast vector ops
• Extends Qdrant from raw vectors → full intelligent memory layer:
  - Auto-extraction: LLM parses conversations into structured memories
  - Compression: Groups similar vectors, summarizes, reduces index size
  - Self-edits: Agents update, merge, and prune their own memory in-place
  - Real-time sync: WebSocket events for multi-agent memory sharing
For Qdrant, MrMemory represents an immediate application layer — turning vector search infrastructure into a complete agent memory product with managed intelligence on top.
Deployed today on Fly.io with Qdrant, serving production traffic.</a:t>
            </a:r>
            <a:br/>
            <a:r>
              <a:t/>
            </a:r>
            <a:br/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38100"/>
          </a:xfrm>
          <a:prstGeom prst="rect">
            <a:avLst/>
          </a:prstGeom>
          <a:solidFill>
            <a:srgbClr val="6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The 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320040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💰 Acqui-Hire Terms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Acqui-hire range: $1.2M – $2.5M</a:t>
            </a:r>
            <a:br/>
            <a:r>
              <a:t>(cash + equity refresh + founder role</a:t>
            </a:r>
            <a:br/>
            <a:r>
              <a:t>at market rate)</a:t>
            </a:r>
            <a:br/>
            <a:br/>
            <a:r>
              <a:t>Timeline: 4–8 week integration</a:t>
            </a:r>
            <a:br/>
            <a:br/>
            <a:r>
              <a:t>Role: Founding Engineer or</a:t>
            </a:r>
            <a:br/>
            <a:r>
              <a:t>Memory Product Lead</a:t>
            </a:r>
            <a:br/>
            <a:br/>
            <a:r>
              <a:t>Value: Immediate production-grade</a:t>
            </a:r>
            <a:br/>
            <a:r>
              <a:t>memory layer + founder who ships fast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3200400"/>
          </a:xfrm>
          <a:prstGeom prst="roundRect">
            <a:avLst/>
          </a:prstGeom>
          <a:solidFill>
            <a:srgbClr val="111113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8B7AFF"/>
                </a:solidFill>
                <a:latin typeface="Segoe UI"/>
              </a:defRPr>
            </a:pPr>
            <a:r>
              <a:t>🎁 What You Get</a:t>
            </a:r>
          </a:p>
          <a:p>
            <a:pPr>
              <a:spcBef>
                <a:spcPts val="8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✅ Production Rust API (0 errors, 0 warnings)</a:t>
            </a:r>
            <a:br/>
            <a:r>
              <a:t>✅ 2 published SDKs (Python + TypeScript)</a:t>
            </a:r>
            <a:br/>
            <a:r>
              <a:t>✅ LangGraph-native integration</a:t>
            </a:r>
            <a:br/>
            <a:r>
              <a:t>✅ Auto-remember + Compression + Self-Edit</a:t>
            </a:r>
            <a:br/>
            <a:r>
              <a:t>✅ Real-time WebSocket multi-agent sync</a:t>
            </a:r>
            <a:br/>
            <a:r>
              <a:t>✅ Stripe billing, Docker self-hosting</a:t>
            </a:r>
            <a:br/>
            <a:r>
              <a:t>✅ Full docs, landing page, test suites</a:t>
            </a:r>
            <a:br/>
            <a:r>
              <a:t>✅ A founder who ships fast — solo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7AFF"/>
                </a:solidFill>
                <a:latin typeface="Segoe UI"/>
              </a:defRPr>
            </a:pPr>
            <a:r>
              <a:t>This is months of runway compressed into 14 days of execution.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371600" cy="38100"/>
          </a:xfrm>
          <a:prstGeom prst="rect">
            <a:avLst/>
          </a:prstGeom>
          <a:solidFill>
            <a:srgbClr val="6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AFAFA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A1A1AA"/>
                </a:solidFill>
                <a:latin typeface="Segoe UI"/>
              </a:defRPr>
            </a:pPr>
            <a:r>
              <a:t>📞  Live 15-minute code + architecture walkthrough under NDA</a:t>
            </a:r>
          </a:p>
          <a:p>
            <a:pPr>
              <a:spcAft>
                <a:spcPts val="1600"/>
              </a:spcAft>
              <a:defRPr sz="2000">
                <a:solidFill>
                  <a:srgbClr val="A1A1AA"/>
                </a:solidFill>
                <a:latin typeface="Segoe UI"/>
              </a:defRPr>
            </a:pPr>
            <a:r>
              <a:t>🔓  Immediate access to full repo, private backend, and SDKs</a:t>
            </a:r>
          </a:p>
          <a:p>
            <a:pPr>
              <a:spcAft>
                <a:spcPts val="1600"/>
              </a:spcAft>
              <a:defRPr sz="2000">
                <a:solidFill>
                  <a:srgbClr val="A1A1AA"/>
                </a:solidFill>
                <a:latin typeface="Segoe UI"/>
              </a:defRPr>
            </a:pPr>
            <a:r>
              <a:t>🤝  Let's make MrMemory the default memory backend</a:t>
            </a:r>
          </a:p>
          <a:p>
            <a:pPr>
              <a:spcAft>
                <a:spcPts val="1600"/>
              </a:spcAft>
              <a:defRPr sz="2000">
                <a:solidFill>
                  <a:srgbClr val="A1A1AA"/>
                </a:solidFill>
                <a:latin typeface="Segoe UI"/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A1A1AA"/>
                </a:solidFill>
                <a:latin typeface="Segoe UI"/>
              </a:defRPr>
            </a:pPr>
            <a:r>
              <a:t>Ready for NDA, full repo access, and a 15-minute technical walkthrough.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Segoe UI"/>
              </a:defRPr>
            </a:pPr>
            <a:r>
              <a:t>Darren 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7AFF"/>
                </a:solidFill>
                <a:latin typeface="Segoe UI"/>
              </a:defRPr>
            </a:pPr>
            <a:r>
              <a:t>Solo Founder, MrMemory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Segoe UI"/>
              </a:defRPr>
            </a:pPr>
            <a:r>
              <a:t>🌐  mrmemory.dev</a:t>
            </a:r>
            <a:br/>
            <a:r>
              <a:t>📦  github.com/masterdarren23/mrmemory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5760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Segoe UI"/>
              </a:defRPr>
            </a:pPr>
            <a:r>
              <a:t>🐍  pypi.org/project/mrmemory</a:t>
            </a:r>
            <a:br/>
            <a:r>
              <a:t>📦  npmjs.com/package/memorymr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7AFF"/>
                </a:solidFill>
                <a:latin typeface="Segoe UI"/>
              </a:defRPr>
            </a:pPr>
            <a:r>
              <a:t>Thank You 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572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📞 +1 (586) 277-9419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